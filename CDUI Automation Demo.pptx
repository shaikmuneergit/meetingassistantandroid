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r, Shaik" userId="36dd930f-9223-406a-9891-2678ece5848a" providerId="ADAL" clId="{C2E0498E-565C-4BB6-B214-200F2FCD27E4}"/>
    <pc:docChg chg="custSel delSld">
      <pc:chgData name="Muneer, Shaik" userId="36dd930f-9223-406a-9891-2678ece5848a" providerId="ADAL" clId="{C2E0498E-565C-4BB6-B214-200F2FCD27E4}" dt="2026-09-17T13:33:31.411" v="0" actId="2696"/>
      <pc:docMkLst>
        <pc:docMk/>
      </pc:docMkLst>
      <pc:sldChg chg="del">
        <pc:chgData name="Muneer, Shaik" userId="36dd930f-9223-406a-9891-2678ece5848a" providerId="ADAL" clId="{C2E0498E-565C-4BB6-B214-200F2FCD27E4}" dt="2026-09-17T13:33:31.411" v="0" actId="2696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FE94-A3C8-0A37-B716-FE584E5E0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85FD7-0947-189E-38AD-BB898A77E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F24B9-E715-BECD-BCAB-B287BDC4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655DC-F5C5-28C9-6F96-DA9AFCE2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6E4A2-FBFE-B35D-2EEF-8FD92D47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8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58F0-2587-630A-77C5-512E07C2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6CE3-5780-4FE8-67CD-120ED0CCF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D2B4-365E-8432-1728-82D9517B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D227A-779B-D069-6090-D4A07529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90DE-F79D-F3A8-618F-EE36369F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5B81-86CC-DF70-6607-95D8B329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55E0-B6E9-87CD-C9CC-99EC481C9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9CA8B-8A66-338B-4CCF-694CB5A7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33AD-1C8E-3D64-5864-D41DCD97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F36D-5FFE-E5D4-F090-0A7CC8AC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97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C315-FC3C-CAD6-AEDD-89ABB4E0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7DDA0-0913-E889-5D13-2C0FDB7B1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9ADA8-F6B4-A6A0-5A08-6E51CBA40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BC629-260A-72DB-FC6B-BE82A505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4CC84-01B3-B9A7-FC7C-89B532A4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387D1-059E-7A24-EA06-C6494025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6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B041-66B6-7BA4-7176-413964A3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35042-4ADC-0C78-9EEA-63BA627E5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B5F4E-6C51-60AA-CBEF-E5AA76EA7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12C5C-3A30-C5D7-0ECD-3A9B8D90D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808FE-27D7-2315-5540-BAF4BC44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DFCE1-1E09-0BD3-7A94-62210E4C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04CC9-0D11-2BDC-7726-645D8814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494DE-F33C-3D7A-60EE-06453EBB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70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3014-28BC-23A7-60B2-FA152A18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5C986-99F9-4595-9EE3-94761E24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91AC6-4589-0A5A-5405-DD9DAC1C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D5F75-3DB5-5B1D-FDAF-B8B8988C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5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9837A-BA23-1441-EE2A-D3B83108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4C378-38C1-3921-3CB9-C1DED5C4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3045A-4767-24D3-8865-2BDD41AE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10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B628-3C7E-BF02-C0F2-64AE750B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72CF3-7E5B-F75B-0E8E-D8F0E63C5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DFBF4-6576-8E8B-DDCC-5565089DE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BB322-2ECE-3D4B-4297-512C617E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64550-7512-A6D8-A7E8-90B74FD0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C1844-1D30-65E0-F8C0-643894AA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32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53C3-9E7D-A63B-54E0-592C3CF2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0155F-55B2-60E3-52A6-3CFBEDFA3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C5D75-A3E8-CDC6-00EC-8A6581EB7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B5602-4D48-73C9-3321-E2079BA9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0BC15-BF72-BF55-7478-A830898B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88BA0-967C-5043-43B5-04E4E995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86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7C1A-9DDC-4FBC-DE2E-5B2796AC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D2F31-E9BE-9A63-F753-13344AF17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ACFD4-3A95-AEC3-AF3C-B4A63BD8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F0C40-0425-0B6A-51C8-3A09C536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36D-DAD0-509E-FA0C-7708F979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0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E52A0-ADD5-204D-BD7D-55DF31673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AFD25-1357-0FAA-5393-36436B77E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86EC2-0211-8931-E002-06CA27C0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5460D-7C1D-FD0F-3BE6-4702D2F0A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2979C-9E94-F14E-63F6-86EBEA41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8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B1ABD-0A11-214D-41E3-36CBB116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C3F10-AB93-6F9D-F2F2-654EE515B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90C1E-5FB5-60B7-043D-C542EC662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FF58E-75F2-45B3-9C66-0470EA70A0A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4A4D-2BBB-FEC6-8846-01DAD2181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8986-D1E6-9D9B-5A2A-3C7A50CBF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D1FD8-FFF3-4D68-81CC-B36AD8D1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5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947A-E8F0-D324-BDB3-7D0CD2418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CDUI Automation Demo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DF4A3-BF7A-68B9-6F55-694A122C52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automated tester for CDUI's six main screens</a:t>
            </a:r>
            <a:endParaRPr lang="en-IN"/>
          </a:p>
          <a:p>
            <a:r>
              <a:t>Shaik Muneer · E2E Testing · 17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76071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AC3-7BC0-6AD7-0B3F-F58B5EAE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covered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38EF-936A-EA20-E282-767BCA81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Homepage</a:t>
            </a:r>
          </a:p>
          <a:p>
            <a:r>
              <a:rPr lang="en-IN" dirty="0"/>
              <a:t>Ticket List</a:t>
            </a:r>
          </a:p>
          <a:p>
            <a:r>
              <a:rPr lang="en-IN" dirty="0"/>
              <a:t>Create Stewardship Ticket</a:t>
            </a:r>
          </a:p>
          <a:p>
            <a:r>
              <a:rPr lang="en-IN" dirty="0"/>
              <a:t>Party Search</a:t>
            </a:r>
          </a:p>
          <a:p>
            <a:r>
              <a:rPr lang="en-IN" dirty="0"/>
              <a:t>ODW ID Translation</a:t>
            </a:r>
          </a:p>
          <a:p>
            <a:r>
              <a:rPr lang="en-IN" dirty="0"/>
              <a:t>Account Search</a:t>
            </a:r>
          </a:p>
          <a:p>
            <a:endParaRPr lang="en-IN" dirty="0"/>
          </a:p>
          <a:p>
            <a:pPr marL="0" indent="0">
              <a:buNone/>
            </a:pPr>
            <a:r>
              <a:rPr b="1"/>
              <a:t>120 checks in every run</a:t>
            </a:r>
            <a:r>
              <a:t> · read-only · about 30 minutes, unattended</a:t>
            </a:r>
          </a:p>
        </p:txBody>
      </p:sp>
    </p:spTree>
    <p:extLst>
      <p:ext uri="{BB962C8B-B14F-4D97-AF65-F5344CB8AC3E}">
        <p14:creationId xmlns:p14="http://schemas.microsoft.com/office/powerpoint/2010/main" val="15332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B2BB-4CC9-24E8-0BB0-DD95637B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it checks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A134-FA44-011E-29F5-B7C2EC4F7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Every screen signs in and loads.</a:t>
            </a:r>
          </a:p>
          <a:p>
            <a:pPr lvl="0"/>
            <a:r>
              <a:rPr lang="en-IN" dirty="0"/>
              <a:t>Ticket List — searching and filtering tickets, paging, opening a ticket.</a:t>
            </a:r>
          </a:p>
          <a:p>
            <a:pPr lvl="0"/>
            <a:r>
              <a:rPr lang="en-IN" dirty="0"/>
              <a:t>Create Stewardship Ticket — the form accepts good input and blocks bad input, for every ticket type and identifier type.</a:t>
            </a:r>
          </a:p>
          <a:p>
            <a:pPr lvl="0"/>
            <a:r>
              <a:rPr lang="en-IN" dirty="0"/>
              <a:t>Party Search — lookup by ID, name, site or DUNS, and every tab of the party details.</a:t>
            </a:r>
          </a:p>
          <a:p>
            <a:pPr lvl="0"/>
            <a:r>
              <a:rPr lang="en-IN" dirty="0"/>
              <a:t>ODW ID Translation — DCN, UCID and APID translated in both directions.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90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A24E-06E8-0511-C81E-034144CE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it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D95F-A540-D508-7F89-9ABDBF3BA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Runs in Edge with the normal Dell sign-in. Nobody watches it.</a:t>
            </a:r>
          </a:p>
          <a:p>
            <a:pPr lvl="0"/>
            <a:r>
              <a:rPr lang="en-IN" dirty="0"/>
              <a:t>When a check fails it saves a </a:t>
            </a:r>
            <a:r>
              <a:rPr lang="en-IN" b="1" dirty="0"/>
              <a:t>screenshot of the screen at that moment</a:t>
            </a:r>
            <a:r>
              <a:rPr lang="en-IN" dirty="0"/>
              <a:t> and writes down the steps to reproduce.</a:t>
            </a:r>
          </a:p>
          <a:p>
            <a:pPr lvl="0"/>
            <a:r>
              <a:rPr lang="en-IN" dirty="0"/>
              <a:t>Produces </a:t>
            </a:r>
            <a:r>
              <a:rPr lang="en-IN" b="1" dirty="0"/>
              <a:t>one report</a:t>
            </a:r>
            <a:r>
              <a:rPr lang="en-IN" dirty="0"/>
              <a:t> — green or red per screen — and e-mails it.</a:t>
            </a:r>
          </a:p>
          <a:p>
            <a:pPr lvl="0"/>
            <a:r>
              <a:rPr lang="en-IN" dirty="0"/>
              <a:t>Starts with one command: anyone on the team, or a nightly schedule.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14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98C4-C2FE-109C-2753-A2A7EB35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we get from it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3AB9-84DF-B521-C2AC-B3CE240FC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Regression without losing a tester for a day</a:t>
            </a:r>
          </a:p>
          <a:p>
            <a:pPr marL="457200" lvl="1" indent="0">
              <a:buNone/>
            </a:pPr>
            <a:r>
              <a:rPr lang="en-IN" dirty="0"/>
              <a:t>A full pass by hand is </a:t>
            </a:r>
            <a:r>
              <a:rPr lang="en-IN" b="1" dirty="0"/>
              <a:t>8 to 12 hours</a:t>
            </a:r>
            <a:r>
              <a:rPr lang="en-IN" dirty="0"/>
              <a:t>. Automated, it is </a:t>
            </a:r>
            <a:r>
              <a:rPr lang="en-IN" b="1" dirty="0"/>
              <a:t>about 30 minutes</a:t>
            </a:r>
            <a:r>
              <a:rPr lang="en-IN" dirty="0"/>
              <a:t> and the person is free to do other work. It can run before every release, or every night.</a:t>
            </a:r>
          </a:p>
          <a:p>
            <a:r>
              <a:rPr lang="en-IN" b="1" dirty="0"/>
              <a:t>Every problem arrives with proof</a:t>
            </a:r>
          </a:p>
          <a:p>
            <a:pPr marL="457200" lvl="1" indent="0">
              <a:buNone/>
            </a:pPr>
            <a:r>
              <a:rPr lang="en-IN" dirty="0"/>
              <a:t>Steps, what was expected, what actually happened, and a </a:t>
            </a:r>
            <a:r>
              <a:rPr lang="en-IN" b="1" dirty="0"/>
              <a:t>screenshot at the moment it went wrong</a:t>
            </a:r>
            <a:r>
              <a:rPr lang="en-IN" dirty="0"/>
              <a:t>. Developers stop asking “how do I reproduce this?”</a:t>
            </a:r>
          </a:p>
          <a:p>
            <a:r>
              <a:rPr lang="en-IN" b="1" dirty="0"/>
              <a:t>An independent check on reported defects</a:t>
            </a:r>
          </a:p>
          <a:p>
            <a:pPr marL="457200" lvl="1" indent="0">
              <a:buNone/>
            </a:pPr>
            <a:r>
              <a:rPr lang="en-IN" dirty="0"/>
              <a:t>The ten defects the manual team raised in August were all re-tested </a:t>
            </a:r>
            <a:r>
              <a:rPr lang="en-IN" b="1" dirty="0"/>
              <a:t>within a day</a:t>
            </a:r>
            <a:r>
              <a:rPr lang="en-IN" dirty="0"/>
              <a:t> — all ten are real — and for three of them we found the exact spot for developers to look, which the tickets did not say.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40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7430-63E6-BE45-54AB-300BF7C8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we get from 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1D9F-69F2-B819-45DB-6EDC64341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Know the moment a fix has landed</a:t>
            </a:r>
          </a:p>
          <a:p>
            <a:pPr marL="457200" lvl="1" indent="0">
              <a:buNone/>
            </a:pPr>
            <a:r>
              <a:rPr lang="en-IN" dirty="0"/>
              <a:t>Each confirmed defect has a check that stays red while the bug is open and </a:t>
            </a:r>
            <a:r>
              <a:rPr lang="en-IN" b="1" dirty="0"/>
              <a:t>turns green when it is fixed</a:t>
            </a:r>
            <a:r>
              <a:rPr lang="en-IN" dirty="0"/>
              <a:t>. No re-test needed, and no relying on a ticket status.</a:t>
            </a:r>
          </a:p>
          <a:p>
            <a:r>
              <a:rPr lang="en-IN" b="1" dirty="0"/>
              <a:t>Catches what people retry past</a:t>
            </a:r>
          </a:p>
          <a:p>
            <a:pPr marL="457200" lvl="1" indent="0">
              <a:buNone/>
            </a:pPr>
            <a:r>
              <a:rPr lang="en-IN" dirty="0"/>
              <a:t>Screens that load blank get recorded, not refreshed. That is how we know </a:t>
            </a:r>
            <a:r>
              <a:rPr lang="en-IN" b="1" dirty="0"/>
              <a:t>Account Search has not rendered in any run since August</a:t>
            </a:r>
            <a:r>
              <a:rPr lang="en-IN" dirty="0"/>
              <a:t> — which nobody had logged.</a:t>
            </a:r>
          </a:p>
          <a:p>
            <a:r>
              <a:rPr lang="en-IN" b="1" dirty="0"/>
              <a:t>Repeatable by anyone</a:t>
            </a:r>
          </a:p>
          <a:p>
            <a:pPr marL="457200" lvl="1" indent="0">
              <a:buNone/>
            </a:pPr>
            <a:r>
              <a:rPr lang="en-IN" dirty="0"/>
              <a:t>One command. The result does not depend on who started it. It already runs </a:t>
            </a:r>
            <a:r>
              <a:rPr lang="en-IN" b="1" dirty="0"/>
              <a:t>unattended on the team's GitLab runner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23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904C-92D1-4291-EC9E-2C98F1BA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061B-F65E-E3BC-9663-124985D5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Built in four weeks, since 19 August, on the same foundation as our API automation</a:t>
            </a:r>
            <a:r>
              <a:rPr lang="en-IN" dirty="0"/>
              <a:t> — one team maintains both, and the test data comes from the real systems, not from hand-typed values.</a:t>
            </a:r>
          </a:p>
          <a:p>
            <a:endParaRPr lang="en-IN" dirty="0"/>
          </a:p>
          <a:p>
            <a:r>
              <a:rPr lang="en-IN" b="1" dirty="0"/>
              <a:t>8–12 h</a:t>
            </a:r>
            <a:r>
              <a:rPr lang="en-IN" dirty="0"/>
              <a:t> → </a:t>
            </a:r>
            <a:r>
              <a:rPr lang="en-IN" b="1" dirty="0"/>
              <a:t>~30 min</a:t>
            </a:r>
          </a:p>
          <a:p>
            <a:pPr marL="457200" lvl="1" indent="0">
              <a:buNone/>
            </a:pPr>
            <a:r>
              <a:rPr lang="en-IN" dirty="0"/>
              <a:t>One full regression pass: by hand vs automated, with nobody at the keyboard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1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Raise the blank-screen problem as a P1 defect. </a:t>
            </a:r>
            <a:r>
              <a:t>Account Search is unusable in every run, and it is not logged anywhere yet.</a:t>
            </a:r>
          </a:p>
          <a:p>
            <a:r>
              <a:rPr b="1"/>
              <a:t>Put the nightly run on the schedule. </a:t>
            </a:r>
            <a:r>
              <a:t>It already runs unattended on the team's GitLab runner.</a:t>
            </a:r>
          </a:p>
          <a:p>
            <a:r>
              <a:rPr b="1"/>
              <a:t>Extend to the screens not covered yet. </a:t>
            </a:r>
            <a:r>
              <a:t>Bulk Upload, Rules Lookup, Access Review and the P2 search screens.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86AF-9CEF-4230-9730-681B227FD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723B-E12C-9A1D-182D-46472C9B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3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575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CDUI Automation Demo</vt:lpstr>
      <vt:lpstr>Features covered</vt:lpstr>
      <vt:lpstr>What it checks </vt:lpstr>
      <vt:lpstr>How it works </vt:lpstr>
      <vt:lpstr>What we get from it </vt:lpstr>
      <vt:lpstr>What we get from it</vt:lpstr>
      <vt:lpstr>Achievement</vt:lpstr>
      <vt:lpstr>Next steps</vt:lpstr>
      <vt:lpstr>Thank you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Muneer, Shaik</dc:creator>
  <cp:lastModifiedBy>Muneer, Shaik</cp:lastModifiedBy>
  <cp:revision>1</cp:revision>
  <dcterms:created xsi:type="dcterms:W3CDTF">2026-09-17T13:14:49Z</dcterms:created>
  <dcterms:modified xsi:type="dcterms:W3CDTF">2026-09-17T13:33:31Z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2026-09-17T13:15:08Z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6f67d018-5946-4310-a0f8-f9eb6bf7cbe4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